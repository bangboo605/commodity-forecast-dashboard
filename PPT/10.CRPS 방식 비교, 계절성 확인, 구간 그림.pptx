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509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CRPS 방식 비교 · 계절성 · 구간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crps7 vs crps_ensemble · 데이터의 계절성 확인 · GARCH 자체 구간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이번에 확인한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44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1. CRPS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계산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방식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비교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우리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(crps7,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분위수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τ 7개)과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정확한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CRPS(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/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crps_gaussian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)는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얼마나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다른가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GARCH · SV ·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auto_arima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원·로그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자체·리샘플링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같은가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2.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데이터의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계절성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확인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X3_l1(4분기 합)에 4분기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주기의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있는가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3.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구간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그림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GARCH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예측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5개에서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실제값과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본다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결정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함수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통일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)를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쓴다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(1/8)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CRPS를 계산하는 두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71600"/>
          <a:ext cx="10497312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4480560"/>
                <a:gridCol w="4005072"/>
              </a:tblGrid>
              <a:tr h="530352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 방식 (crps7)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crps_ensemble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분위수 7개의 pinball loss 평균 x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표본 전체의 경험분포로 CRPS를 정확히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분위수 수준 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7개 (0.1, 0.2, 0.3, 0.5, 0.7, 0.8, 0.9)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표본 N개이면 사실상 N개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구간의 분위수 7개 (자체·리샘플링 모두 같은 형태)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표본(앙상블). 정규분포 자체 구간은 표본이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꼬리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양 끝 10%를 보지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전체를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3434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crps7은 같은 정의를 τ 7개로만 근사해 정확한 CRPS와 값이 다름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정규분포 자체 구간은 crps_gaussian으로 정확히 계산 가능, 로그 스케일은 표본 기반이 필요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기존 분석은 crps7로 계산, 이전 실험은 리샘플링 crps_ensemble · 자체 crps_gaussian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crps7은 CRPS의 근사다 -&gt; 정확한 CRPS와 값·순위가 얼마나 다른지 확인한다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(2/8)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작은 예시로 보는 차이 (관측 4개, 표본 5개)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71600"/>
          <a:ext cx="1049731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60"/>
                <a:gridCol w="2377440"/>
                <a:gridCol w="2194560"/>
                <a:gridCol w="2194560"/>
                <a:gridCol w="245059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crps_ensemble (정확)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촘촘한 τ(1000개)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 (τ 7개)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7분위 값을 앙상블로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0.366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97680"/>
            <a:ext cx="10515600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τ를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1000개로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촘촘히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쓰면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같아짐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: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원인은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τ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개수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τ 7개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근사는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정확값과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-9%~+8%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lang="ko-KR" altLang="en-US" sz="1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순위</a:t>
            </a:r>
            <a:r>
              <a:rPr sz="1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는 </a:t>
            </a:r>
            <a:r>
              <a:rPr sz="1300" b="1" dirty="0" err="1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endParaRPr sz="1300" b="1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분위수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7개를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7개처럼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넣는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τ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라벨이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어긋나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해석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근거가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약함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같은 정의를 τ 몇 개로 계산하느냐의 차이이고, 예시에서는 순서가 바뀌지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(3/8)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통일 방식 -- 모든 구간에 crps_ensemble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71600"/>
          <a:ext cx="10497312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793699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앙상블로 넣는 값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점예측 + 오차 표본 500개 (GARCH·SV는 σ_h로 표준화한 오차에 현재 σ_h를 곱함)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 (원 스케일)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정규분포의 분위수를 균등하게 깐 값: μ + σ_h x norm.ppf((k+0.5)/N), k=0..N-1, N=500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자체 (로그 스케일)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위 값을 로그 스케일에서 만든 뒤 exp로 되돌린 값 (로그정규분포의 분위수)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6118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왜 통일하나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표본이 유한하면 crps_ensemble이 정확값보다 약간 높지만, N=500이면 CRPS의 약 0.1%로 작음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두 구간에 같은 함수·같은 N을 쓰면 같은 잣대이고, 로그정규분포 자체 구간도 처리됨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난수가 없음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자체 구간은 분위수를 균등하게 깔아 실행마다 값이 같고, N을 키우면 정확값에 수렴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원 스케일 자체는 crps_gaussian이 더 단순하지만, 로그·리샘플링과 같은 코드로 통일할 수 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(4/8)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원 스케일 자체 구간: 4가지 방식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pic>
        <p:nvPicPr>
          <p:cNvPr id="8" name="Picture 7" descr="10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9144000" cy="251613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3840480"/>
          <a:ext cx="676656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 CRPS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정확값 대비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 정확값 (crps_gaussian)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 7분위 값을 앙상블로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 기존 crps7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 정규 분위수 앙상블 (N=500)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+0.003%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38404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4번은 1번과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사실상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(88개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0.01%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이하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7분위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근사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(2·3번)는 약 2%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높음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순위상관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0.995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정규 분위수 앙상블 = 정확값, 7분위 근사는 약 2% 높지만 순서는 거의 같다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(5/8)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GARCH: 4개 조합의 순위가 같다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8" name="Picture 7" descr="102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10241280" cy="255709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4114800"/>
          <a:ext cx="694944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097280"/>
                <a:gridCol w="1554480"/>
                <a:gridCol w="1188720"/>
                <a:gridCol w="82296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통일(앙상블)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 차이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0.6461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0.6197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069080"/>
            <a:ext cx="3931920" cy="52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값으로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재현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lang="ko-KR" alt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두 방식의 </a:t>
            </a:r>
            <a:r>
              <a:rPr lang="en-US" altLang="ko-KR"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crps</a:t>
            </a:r>
            <a:r>
              <a:rPr lang="en-US" altLang="ko-KR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순위 같음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순위·우열 동일, crps7은 구간이 넓은 조합에서 +4~10%로 격차가 커진다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(6/8)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SV: 4개 조합의 순위가 같다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8" name="Picture 7" descr="103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10241280" cy="255709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4114800"/>
          <a:ext cx="694944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097280"/>
                <a:gridCol w="1554480"/>
                <a:gridCol w="1188720"/>
                <a:gridCol w="82296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통일(앙상블)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 차이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0.7535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06908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기존 CRPS와 같은 값으로 재현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원 스케일의 자체-리샘플링 차이는 통일 방식에서 0.006으로 사실상 구분 안 됨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로그의 앞선 origin 수는 6개(crps7) 대 7개(통일)로 1개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순위 동일, crps7 차이 +1.9~7.5%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(7/8)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auto_arima: 4개 조합의 순위가 같다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pic>
        <p:nvPicPr>
          <p:cNvPr id="8" name="Picture 7" descr="104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10241280" cy="255709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4114800"/>
          <a:ext cx="694944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097280"/>
                <a:gridCol w="1554480"/>
                <a:gridCol w="1188720"/>
                <a:gridCol w="82296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통일(앙상블)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crps7 차이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06908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기존 CRPS와 같은 값으로 재현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원 스케일은 리샘플링이, 로그 스케일은 자체가 낫다는 결론이 같음 (앞선 origin 12개, 7개)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순위·우열 동일, crps7 차이가 +1.4~3.2%로 가장 작다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 (8/8)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CRPS 방식 비교 종합과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1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1828800"/>
                <a:gridCol w="2011680"/>
                <a:gridCol w="1828800"/>
                <a:gridCol w="2084831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 / 자체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 / 리샘플링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로그 / 자체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로그 / 리샘플링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(crps7 차이)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(crps7 차이)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 (crps7 차이)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200400"/>
            <a:ext cx="105156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확인된</a:t>
            </a: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 것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3개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12개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모두에서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crps7과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정확한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대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우열도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crps7은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조합에서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정확값보다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높음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(+1.4~10.2%),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넓고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꼬리가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긴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조합일수록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격차가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큼</a:t>
            </a: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앞서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'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꼬리를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빼서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작게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나올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것'이라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추정했으나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반대로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높게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나옴</a:t>
            </a:r>
            <a:endParaRPr lang="en-US" sz="13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  <a:ea typeface="맑은 고딕"/>
              </a:rPr>
              <a:t>결정</a:t>
            </a:r>
            <a:endParaRPr sz="14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함수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통일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)를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쓴다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.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값의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크기가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달라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crps7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수치와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섞어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비교하면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안 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기존 결론은 정확한 CRPS로도 유지된다 (GARCH·SV·auto_arima 3개 모델 확인)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데이터의 계절성 확인 -- 그림과 ACF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계절성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pic>
        <p:nvPicPr>
          <p:cNvPr id="8" name="Picture 7" descr="10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5486400" cy="2950669"/>
          </a:xfrm>
          <a:prstGeom prst="rect">
            <a:avLst/>
          </a:prstGeom>
        </p:spPr>
      </p:pic>
      <p:pic>
        <p:nvPicPr>
          <p:cNvPr id="9" name="Picture 8" descr="105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5394960" cy="1677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160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미리 짚을 점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4분기 합이라 분기별 패턴이 상쇄되고 Δy도 '새 분기 - 4분기 전 분기'라 상쇄됨 (변수 이름에서 추론한 가정)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ACF (Δy)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시차 4: -0.234 (밴드 안), 시차 8: -0.270 (밴드 ±0.26을 근소하게 벗어남), 양의 시차 4 피크는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분기별 색으로 봐도 뚜렷한 패턴이 없고, ACF는 시차 8만 근소하게 밴드 밖이다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계절성 검정 결과 -- 뚜렷한 계절성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계절성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658368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274320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ACF (Δy) 시차 4,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-0.234, -0.270 (±0.26)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시차 8 근소하게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분기별 평균 비교 (Δy)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Kruskal p = 0.970, ANOVA p = 0.971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차이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STL 계절 강도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y 0.000, Δy 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계절성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계절 더미 F검정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Δy p = 0.971, y p = 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분기 효과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105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280160"/>
            <a:ext cx="4114800" cy="24401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분기별 Δy 평균은 11~28, 표준편차는 69~135로 분기 간 차이보다 훨씬 큼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시차 8은 12개 중 하나가 근소하게 벗어난 정도이고 다른 방법에 신호가 없어 증거로 보기 어려움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STL 진폭(약 210)은 노이즈를 뽑은 것(강도 0)이라 신뢰하지 않음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이전 '계절차분이 나쁘다'는 실험 결과와 같은 방향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한계: 표본이 작아(Δy 59개) 검정력이 낮고, 분기별 원자료의 계절성은 알 수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4분기 주기의 뚜렷한 계절성은 확인되지 않았다 (단정은 하지 않음)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GARCH 원 스케일 자체 구간 -- 5개 예측 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구간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13</a:t>
            </a:r>
          </a:p>
        </p:txBody>
      </p:sp>
      <p:pic>
        <p:nvPicPr>
          <p:cNvPr id="8" name="Picture 7" descr="1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5093851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28016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그림 읽는 법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남색: 훈련 마지막 16분기, 진한 선: 점예측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부채꼴: 90·80·60·40% 구간 (점예측 ± z x σ_h)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빨강: 예측 시점 이후 실제값 (90% 구간 안 = 동그라미, 밖 = X)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origin은 임의로 선택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35, 42, 47, 51, 56 (평온한 시기와 급등 전후 포함)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구간은 h가 커질수록 부채꼴로 넓어지고, 점예측은 거의 평평하다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구간 안/밖은 시기에 따라 갈린다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구간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377440"/>
                <a:gridCol w="1645920"/>
                <a:gridCol w="537667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origin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예측 구간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90% 구간 안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특징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2019Q4~2020Q3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점예측은 소폭 상승, 실제값은 하락 (오차÷σ -2.3~-3.9)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2021Q3~2022Q2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낮은 수준에서 반등 (+1.2~+2.7σ), h=4만 구간 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2022Q4~2023Q3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급등(약 730 -&gt; 1,306), +5.2~+6.5σ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2023Q4~2024Q3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고점 이후 하락했으나 구간 안 (-0.5~-1.0σ)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2025Q1~2025Q4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4/4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구간 안 (+0.4~+1.6σ), 점예측보다 모두 높음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297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20개 예측 중 90% 구간 안은 9개, 실제값이 한 방향으로 크게 움직인 origin 35·47은 모두 구간 밖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σ_h는 평소 변동에는 맞고 큰 충격에는 부족하다는 기존 분석과 같은 방향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한계: 그림용으로 고른 사례라 대표성이 없음. 전체 22개 origin의 90% 커버리지는 75.0%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조용한 시기(51, 56)는 구간 안, 급등·급락 시기(35, 47)는 구간 밖이다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결론과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종합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80160"/>
            <a:ext cx="10515600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정리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CRPS: crps7은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정확한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근사로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+1.4~10.2%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높지만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3개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12개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결론은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사용으로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결정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통일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분위수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앙상블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)은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crps_gaussian과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사실상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값(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0.01%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: X3_l1(4분기 합)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4분기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주기의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뚜렷한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확인되지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않음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(ACF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시차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8만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근소하게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밖)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: GARCH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조용한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시기에는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맞고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급등·급락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시기에는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크게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벗어남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남은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점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분석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수치는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crps7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기준이라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계산할지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필요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그림은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임의의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5개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시점이라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대표성이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리샘플링·다른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그림은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아직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작아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검정력이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낮음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1868</Words>
  <Application>Microsoft Office PowerPoint</Application>
  <PresentationFormat>와이드스크린</PresentationFormat>
  <Paragraphs>339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7</cp:revision>
  <dcterms:created xsi:type="dcterms:W3CDTF">2013-01-27T09:14:16Z</dcterms:created>
  <dcterms:modified xsi:type="dcterms:W3CDTF">2026-10-06T06:31:37Z</dcterms:modified>
  <cp:category/>
</cp:coreProperties>
</file>