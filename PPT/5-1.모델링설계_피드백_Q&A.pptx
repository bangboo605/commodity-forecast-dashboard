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514600"/>
            <a:ext cx="109728" cy="822960"/>
          </a:xfrm>
          <a:prstGeom prst="rect">
            <a:avLst/>
          </a:prstGeom>
          <a:solidFill>
            <a:srgbClr val="EF6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맑은 고딕"/>
              </a:rPr>
              <a:t>모델링 설계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54680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맑은 고딕"/>
              </a:rPr>
              <a:t>예측과정 · 역차분 · 커버리지 튜닝 · CRPS -- 피드백 답변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0127" y="5767185"/>
            <a:ext cx="992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6F9692"/>
                </a:solidFill>
                <a:latin typeface="맑은 고딕"/>
              </a:rPr>
              <a:t>박민수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1. 예측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각 모델의 설명변수 -- 전부 자기 자신뿐, 외생변수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697386"/>
                </a:solidFill>
                <a:latin typeface="맑은 고딕"/>
              </a:rPr>
              <a:t>모델링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설계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Q&amp;A --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피드백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답변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 smtClean="0">
                <a:solidFill>
                  <a:srgbClr val="697386"/>
                </a:solidFill>
                <a:latin typeface="맑은 고딕"/>
              </a:rPr>
              <a:t>정리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13개 세부모델 함수 시그니처를 직접 확인 -- 전부 (values, h) 뿐, 외생 입력 자체가 불가능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다만 'values'가 실제로 뭘로 쓰이는지는 계열마다 다르다 (아래 표)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5847" y="2500000"/>
          <a:ext cx="10600000" cy="2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000"/>
                <a:gridCol w="4400000"/>
                <a:gridCol w="1600000"/>
              </a:tblGrid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설명변수 종류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자기 과거값을 직접 씀?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회귀-OLS/Ridge/Lasso/ElasticNet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자기 자신의 과거 2개 값(lag)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예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시계열-ARIMA(AIC/BIC)/Theta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없음 -- 자기상관 구조 자체를 직접 학습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해당없음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GP-RBF/Matern/RQ/RBF+Linear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시간 인덱스(몇 번째 시점인지)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아니오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2. 차분 -&gt; 역차분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차분을 쓰면 역차분도 반드시 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697386"/>
                </a:solidFill>
                <a:latin typeface="맑은 고딕"/>
              </a:rPr>
              <a:t>모델링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설계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Q&amp;A --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피드백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답변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 smtClean="0">
                <a:solidFill>
                  <a:srgbClr val="697386"/>
                </a:solidFill>
                <a:latin typeface="맑은 고딕"/>
              </a:rPr>
              <a:t>정리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Auto-ARIMA: 라이브러리가 내부적으로 자동 역차분 -- predict()가 바로 원래 레벨로 반환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수동 차분 실험(4-3의 12조합 비교): np.diff()로 직접 차분했기 때문에 level_forecast()로 명시적 역차분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5847" y="2650000"/>
          <a:ext cx="106000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/>
                <a:gridCol w="4700000"/>
                <a:gridCol w="4000000"/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설정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역차분 공식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4분기 예측(레벨, X3_l1 예시)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무차분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c (차분 자체가 없어서 그대로)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480.7, 480.7, 480.7, 480.7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1차차분만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마지막값 + h*c (누적합 복원)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381.4, 391.5, 401.5, 411.6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계절차분만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작년 동분기값 + c (계절차분 복원)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423.5, 406.7, 399.5, 107.3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1차+계절차분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작년 동분기값 + 증분 + h*c (둘 다 복원)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374.0, 341.0, 317.5, 9.1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3. 커버리지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 err="1">
                <a:solidFill>
                  <a:srgbClr val="172033"/>
                </a:solidFill>
                <a:latin typeface="맑은 고딕"/>
              </a:rPr>
              <a:t>예측구간</a:t>
            </a:r>
            <a:r>
              <a:rPr sz="23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300" b="1" dirty="0" err="1" smtClean="0">
                <a:solidFill>
                  <a:srgbClr val="172033"/>
                </a:solidFill>
                <a:latin typeface="맑은 고딕"/>
              </a:rPr>
              <a:t>커버리지</a:t>
            </a:r>
            <a:endParaRPr sz="23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697386"/>
                </a:solidFill>
                <a:latin typeface="맑은 고딕"/>
              </a:rPr>
              <a:t>모델링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설계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Q&amp;A --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피드백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답변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 smtClean="0">
                <a:solidFill>
                  <a:srgbClr val="697386"/>
                </a:solidFill>
                <a:latin typeface="맑은 고딕"/>
              </a:rPr>
              <a:t>정리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50000"/>
            <a:ext cx="105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1단계: 예측 분포 만들기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점예측(중심값) + 과거오차를 리샘플링해서 '있을 법한 값들' 600개짜리 분포를 만든다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2단계: 구간 지정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그 600개 분포에서 5% 위치 ~ 95% 위치 사이 점들을 90% 예측구간(lo, hi)으로 지정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10~90%가 아니라 5~95%인 이유: 양쪽 꼬리에서 각 5%씩 잘라야 가운데 90%가 남는다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구간이 실제값을 포함했는지(covered) True/False를 6개 변수 x 여러 origin x h=1~4 전부(532회) 반복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covered=True 비율(%) = 커버리지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3-1. scale 튜닝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튜닝 전(scale=1.0) 커버리지는 80.3%였다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697386"/>
                </a:solidFill>
                <a:latin typeface="맑은 고딕"/>
              </a:rPr>
              <a:t>모델링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설계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Q&amp;A --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피드백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답변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 smtClean="0">
                <a:solidFill>
                  <a:srgbClr val="697386"/>
                </a:solidFill>
                <a:latin typeface="맑은 고딕"/>
              </a:rPr>
              <a:t>정리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scale로 구간 폭을 균일하게 넓혀가며 실제 커버리지를 재계산 -- 90%에 가장 가까운 scale을 탐색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2866" y="2150000"/>
            <a:ext cx="7454266" cy="41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hart1_scal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866" y="2195000"/>
            <a:ext cx="7364266" cy="406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3-1. 왜 낮았나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왜 낮았나 -- 2022-23년 X3 매입 급증 때문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697386"/>
                </a:solidFill>
                <a:latin typeface="맑은 고딕"/>
              </a:rPr>
              <a:t>모델링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설계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Q&amp;A --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피드백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답변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 smtClean="0">
                <a:solidFill>
                  <a:srgbClr val="697386"/>
                </a:solidFill>
                <a:latin typeface="맑은 고딕"/>
              </a:rPr>
              <a:t>정리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구간 폭을 오직 과거 오차로만 만들다 보니, 사건 이전까지의 폭은 '평상시' 기준으로 좁게 잡힘</a:t>
            </a:r>
          </a:p>
        </p:txBody>
      </p:sp>
      <p:sp>
        <p:nvSpPr>
          <p:cNvPr id="9" name="Rectangle 8"/>
          <p:cNvSpPr/>
          <p:nvPr/>
        </p:nvSpPr>
        <p:spPr>
          <a:xfrm>
            <a:off x="3004483" y="2150000"/>
            <a:ext cx="6191032" cy="41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hart2_event_peri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483" y="2195000"/>
            <a:ext cx="6101032" cy="406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3-2. 튜닝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E3 말고 다른 모델들의 튜닝 전 커버리지는?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697386"/>
                </a:solidFill>
                <a:latin typeface="맑은 고딕"/>
              </a:rPr>
              <a:t>모델링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설계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Q&amp;A --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피드백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답변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 smtClean="0">
                <a:solidFill>
                  <a:srgbClr val="697386"/>
                </a:solidFill>
                <a:latin typeface="맑은 고딕"/>
              </a:rPr>
              <a:t>정리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5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Lasso/ElasticNet이 확 처진다 -- 정규화가 세서 예측이 상수처럼 나오고 잔차분포도 비정상적으로 좁아짐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309041"/>
              </p:ext>
            </p:extLst>
          </p:nvPr>
        </p:nvGraphicFramePr>
        <p:xfrm>
          <a:off x="3000000" y="1775126"/>
          <a:ext cx="6200000" cy="448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2600000"/>
              </a:tblGrid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  <a:endParaRPr sz="12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전체 커버리지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E3 앙상블(참고)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80.3%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회귀-OLS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79.9%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회귀-Ridge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79.7%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시계열-ARIMA(BIC)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79.5%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GP-RQ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79.3%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GP-Matern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79.1%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시계열-ARIMA(AIC)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78.8%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GP-RBF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78.2%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GP-RBF+Linear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77.1%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시계열-Theta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75.2%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회귀-ElasticNet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72.2%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회귀-Lasso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70.9%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3-3. scale 일반론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scale은 정확도를 바꾸지 않는다 -- 폭만 조정한다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697386"/>
                </a:solidFill>
                <a:latin typeface="맑은 고딕"/>
              </a:rPr>
              <a:t>모델링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설계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Q&amp;A --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피드백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답변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 smtClean="0">
                <a:solidFill>
                  <a:srgbClr val="697386"/>
                </a:solidFill>
                <a:latin typeface="맑은 고딕"/>
              </a:rPr>
              <a:t>정리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'사후 보정(post-hoc calibration)' -- 예측구간 분야에서 매우 흔한 표준 기법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CRPS 계산 자체가 scale을 안 쓴다 -- 모델 순위(4-1·4-2)에는 전혀 영향 없음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00000" y="2650000"/>
          <a:ext cx="10600000" cy="2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0000"/>
                <a:gridCol w="5300000"/>
              </a:tblGrid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변하는 값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변하지 않는 값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구간 하한(lo) -- 더 낮아짐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중심값(center, 점예측)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구간 상한(hi) -- 더 높아짐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CRPS 점수 / 모델 순위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구간 폭(width) -- scale에 거의 비례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실제 예측 정확도(오차 자체)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커버리지(%) -- scale이 클수록 단조증가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4. CRPS 점수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CRPS -- 기존 방식 vs 피드백의 분위수 근사법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697386"/>
                </a:solidFill>
                <a:latin typeface="맑은 고딕"/>
              </a:rPr>
              <a:t>모델링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설계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Q&amp;A --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피드백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답변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 smtClean="0">
                <a:solidFill>
                  <a:srgbClr val="697386"/>
                </a:solidFill>
                <a:latin typeface="맑은 고딕"/>
              </a:rPr>
              <a:t>정리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CRPS = 2 x 모든 분위수 tau에서의 pinball loss 적분 -- 분위수 근사법은 이걸 7개 지점으로 표본화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같은 분포를 다르게 채점한 것뿐이라 값이 비슷하게 나온다 (차이 2.4%)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300000" y="2700000"/>
          <a:ext cx="9600000" cy="16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0000"/>
                <a:gridCol w="3000000"/>
              </a:tblGrid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방식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Auto-ARIMA(AIC) CRPS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기존(리샘플 500개 전체, crps_ensemble)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0.5183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분위수 근사(0.1~0.9, 7개 지점 pinball loss)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0.5305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5.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종합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697386"/>
                </a:solidFill>
                <a:latin typeface="맑은 고딕"/>
              </a:rPr>
              <a:t>모델링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설계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Q&amp;A --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피드백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697386"/>
                </a:solidFill>
                <a:latin typeface="맑은 고딕"/>
              </a:rPr>
              <a:t>답변</a:t>
            </a:r>
            <a:r>
              <a:rPr sz="1000" b="0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000" b="0" dirty="0" err="1" smtClean="0">
                <a:solidFill>
                  <a:srgbClr val="697386"/>
                </a:solidFill>
                <a:latin typeface="맑은 고딕"/>
              </a:rPr>
              <a:t>정리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설명변수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: 전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모델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외생변수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없음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공용모델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설계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원칙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)</a:t>
            </a: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500" b="1" dirty="0" smtClean="0">
                <a:solidFill>
                  <a:srgbClr val="6F9692"/>
                </a:solidFill>
                <a:latin typeface="맑은 고딕"/>
              </a:rPr>
            </a:b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>	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--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회귀는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자기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lag,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GP는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시간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인덱스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,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ARIMA는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자기상관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구조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역차분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: Auto-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ARIMA는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라이브러리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내부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자동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,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수동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실험은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level_forecast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()로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직접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초기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커버리지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: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전체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80.3%, X3_l1이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가장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낮음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(75.0%) -- 22-23년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사건이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원인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scale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튜닝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: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폭을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균일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배율로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넓혀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90%에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맞춤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--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점예측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/CRPS/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모델순위는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전혀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안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바뀜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다른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모델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비교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: E3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앙상블이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상위권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(80.3%), Lasso/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ElasticNet은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정규화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과다로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처짐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CRPS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분위수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근사법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: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기존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방식과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유사한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값(2.4%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차이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) --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해석이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쉬운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대안이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될 수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있음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757</Words>
  <Application>Microsoft Office PowerPoint</Application>
  <PresentationFormat>와이드스크린</PresentationFormat>
  <Paragraphs>131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Administrator</cp:lastModifiedBy>
  <cp:revision>8</cp:revision>
  <dcterms:created xsi:type="dcterms:W3CDTF">2013-01-27T09:14:16Z</dcterms:created>
  <dcterms:modified xsi:type="dcterms:W3CDTF">2026-09-16T06:28:42Z</dcterms:modified>
  <cp:category/>
</cp:coreProperties>
</file>